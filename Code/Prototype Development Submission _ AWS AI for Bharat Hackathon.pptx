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ManropeSemiBold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-regular.fntdata"/><Relationship Id="rId25" Type="http://schemas.openxmlformats.org/officeDocument/2006/relationships/font" Target="fonts/Poppins-boldItalic.fntdata"/><Relationship Id="rId27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